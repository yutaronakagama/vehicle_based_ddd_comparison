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</p:sldIdLst>
  <p:sldSz cx="3657600" cy="36576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2" d="100"/>
          <a:sy n="52" d="100"/>
        </p:scale>
        <p:origin x="1044" y="18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598593"/>
            <a:ext cx="3108960" cy="1273387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921087"/>
            <a:ext cx="2743200" cy="883073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144B-F9FA-48CD-AF83-F300F080189D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5050-CA05-4B22-923F-0479EA09D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89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144B-F9FA-48CD-AF83-F300F080189D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5050-CA05-4B22-923F-0479EA09D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39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911861"/>
            <a:ext cx="3154680" cy="15214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2447714"/>
            <a:ext cx="3154680" cy="800100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144B-F9FA-48CD-AF83-F300F080189D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5050-CA05-4B22-923F-0479EA09D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8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973666"/>
            <a:ext cx="155448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973666"/>
            <a:ext cx="155448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144B-F9FA-48CD-AF83-F300F080189D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5050-CA05-4B22-923F-0479EA09D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81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94734"/>
            <a:ext cx="315468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896620"/>
            <a:ext cx="1547336" cy="439420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336040"/>
            <a:ext cx="1547336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896620"/>
            <a:ext cx="1554956" cy="439420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336040"/>
            <a:ext cx="1554956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144B-F9FA-48CD-AF83-F300F080189D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5050-CA05-4B22-923F-0479EA09D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4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144B-F9FA-48CD-AF83-F300F080189D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5050-CA05-4B22-923F-0479EA09D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0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144B-F9FA-48CD-AF83-F300F080189D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5050-CA05-4B22-923F-0479EA09D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98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243840"/>
            <a:ext cx="1179671" cy="85344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526627"/>
            <a:ext cx="1851660" cy="2599267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097280"/>
            <a:ext cx="1179671" cy="2032847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144B-F9FA-48CD-AF83-F300F080189D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5050-CA05-4B22-923F-0479EA09D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04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243840"/>
            <a:ext cx="1179671" cy="85344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526627"/>
            <a:ext cx="1851660" cy="2599267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097280"/>
            <a:ext cx="1179671" cy="2032847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144B-F9FA-48CD-AF83-F300F080189D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5050-CA05-4B22-923F-0479EA09D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39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144B-F9FA-48CD-AF83-F300F080189D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5050-CA05-4B22-923F-0479EA09D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83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94733"/>
            <a:ext cx="788670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94733"/>
            <a:ext cx="2320290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144B-F9FA-48CD-AF83-F300F080189D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5050-CA05-4B22-923F-0479EA09D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5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94734"/>
            <a:ext cx="315468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973666"/>
            <a:ext cx="315468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3390054"/>
            <a:ext cx="8229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BD144B-F9FA-48CD-AF83-F300F080189D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3390054"/>
            <a:ext cx="12344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3390054"/>
            <a:ext cx="8229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15050-CA05-4B22-923F-0479EA09D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9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AB34DEA0-C5EC-7942-47CA-80FBFCBD3443}"/>
              </a:ext>
            </a:extLst>
          </p:cNvPr>
          <p:cNvGrpSpPr/>
          <p:nvPr/>
        </p:nvGrpSpPr>
        <p:grpSpPr>
          <a:xfrm>
            <a:off x="623405" y="283706"/>
            <a:ext cx="2410790" cy="3090199"/>
            <a:chOff x="2354001" y="1382211"/>
            <a:chExt cx="2149998" cy="50301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0E7C50A-61AB-DB6D-078E-CACE472B37CD}"/>
                </a:ext>
              </a:extLst>
            </p:cNvPr>
            <p:cNvSpPr/>
            <p:nvPr/>
          </p:nvSpPr>
          <p:spPr>
            <a:xfrm>
              <a:off x="2354001" y="2465408"/>
              <a:ext cx="2149998" cy="5324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Extraction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83257DC-9AA6-E842-9555-04D00C5DD5BC}"/>
                </a:ext>
              </a:extLst>
            </p:cNvPr>
            <p:cNvSpPr/>
            <p:nvPr/>
          </p:nvSpPr>
          <p:spPr>
            <a:xfrm>
              <a:off x="2354001" y="3566932"/>
              <a:ext cx="2149998" cy="5324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Selection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840DC7-B8DC-E219-935E-A14802801EE2}"/>
                </a:ext>
              </a:extLst>
            </p:cNvPr>
            <p:cNvSpPr/>
            <p:nvPr/>
          </p:nvSpPr>
          <p:spPr>
            <a:xfrm>
              <a:off x="2354001" y="4668456"/>
              <a:ext cx="2149998" cy="5324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Classification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25B0ED4-FD4F-219E-9D7C-CA83F337B6A3}"/>
                </a:ext>
              </a:extLst>
            </p:cNvPr>
            <p:cNvSpPr/>
            <p:nvPr/>
          </p:nvSpPr>
          <p:spPr>
            <a:xfrm>
              <a:off x="2354001" y="5879940"/>
              <a:ext cx="2149998" cy="53243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sz="22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Driver State (Drowsy/Awake)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664937-F146-A74B-5911-2659DAF9866F}"/>
                </a:ext>
              </a:extLst>
            </p:cNvPr>
            <p:cNvSpPr/>
            <p:nvPr/>
          </p:nvSpPr>
          <p:spPr>
            <a:xfrm>
              <a:off x="2354001" y="1382211"/>
              <a:ext cx="2149998" cy="53243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sz="22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Vehicle Dynamic Data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3C8AF53-1502-9E37-4EEA-98E8C2BC09D2}"/>
                </a:ext>
              </a:extLst>
            </p:cNvPr>
            <p:cNvCxnSpPr>
              <a:stCxn id="8" idx="2"/>
              <a:endCxn id="4" idx="0"/>
            </p:cNvCxnSpPr>
            <p:nvPr/>
          </p:nvCxnSpPr>
          <p:spPr>
            <a:xfrm>
              <a:off x="3429000" y="1914646"/>
              <a:ext cx="0" cy="5507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D68E584-A051-02AC-4694-9341DA8905B1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>
              <a:off x="3429000" y="2997843"/>
              <a:ext cx="0" cy="5690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F0E8B01-2E75-88F1-3CEE-193BB61E69FB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29000" y="4099367"/>
              <a:ext cx="0" cy="5690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42263BE-81BE-00B6-BB15-29A3D9656AF3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3429000" y="5200891"/>
              <a:ext cx="0" cy="6790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D5235C2-D8B3-65CF-58F6-50AE2B0C5298}"/>
              </a:ext>
            </a:extLst>
          </p:cNvPr>
          <p:cNvCxnSpPr>
            <a:stCxn id="6" idx="3"/>
            <a:endCxn id="5" idx="3"/>
          </p:cNvCxnSpPr>
          <p:nvPr/>
        </p:nvCxnSpPr>
        <p:spPr>
          <a:xfrm flipV="1">
            <a:off x="3034198" y="1789397"/>
            <a:ext cx="15875" cy="676704"/>
          </a:xfrm>
          <a:prstGeom prst="bentConnector3">
            <a:avLst>
              <a:gd name="adj1" fmla="val 3531646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755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857FD-63C5-3E40-B891-2AEB30D72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F815374A-0345-2717-7628-E0813AF4AA03}"/>
              </a:ext>
            </a:extLst>
          </p:cNvPr>
          <p:cNvGrpSpPr/>
          <p:nvPr/>
        </p:nvGrpSpPr>
        <p:grpSpPr>
          <a:xfrm>
            <a:off x="71771" y="292860"/>
            <a:ext cx="3514065" cy="3071880"/>
            <a:chOff x="846348" y="4111339"/>
            <a:chExt cx="2811252" cy="2457504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9C29373-18D8-5F37-6CFE-195365B4DC9F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>
              <a:off x="3061142" y="4757078"/>
              <a:ext cx="0" cy="2745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A3E8C26-B370-332E-5462-DA88E002484B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061142" y="5607875"/>
              <a:ext cx="0" cy="2745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60C51EA-A39C-F211-70AE-ACF5E5AED866}"/>
                </a:ext>
              </a:extLst>
            </p:cNvPr>
            <p:cNvSpPr/>
            <p:nvPr/>
          </p:nvSpPr>
          <p:spPr>
            <a:xfrm>
              <a:off x="846348" y="5992555"/>
              <a:ext cx="1192916" cy="5762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2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</a:t>
              </a:r>
            </a:p>
            <a:p>
              <a:pPr algn="ctr"/>
              <a:r>
                <a:rPr lang="en-US" sz="22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Metrics</a:t>
              </a:r>
            </a:p>
          </p:txBody>
        </p: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441CCB1C-BBB8-2156-BB80-2AD7E2DADECE}"/>
                </a:ext>
              </a:extLst>
            </p:cNvPr>
            <p:cNvCxnSpPr>
              <a:cxnSpLocks/>
            </p:cNvCxnSpPr>
            <p:nvPr/>
          </p:nvCxnSpPr>
          <p:spPr>
            <a:xfrm>
              <a:off x="1539432" y="4399484"/>
              <a:ext cx="925252" cy="1701595"/>
            </a:xfrm>
            <a:prstGeom prst="bentConnector3">
              <a:avLst>
                <a:gd name="adj1" fmla="val 66670"/>
              </a:avLst>
            </a:prstGeom>
            <a:ln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F659D168-7630-8E01-2376-AAFD93447E67}"/>
                </a:ext>
              </a:extLst>
            </p:cNvPr>
            <p:cNvCxnSpPr>
              <a:cxnSpLocks/>
            </p:cNvCxnSpPr>
            <p:nvPr/>
          </p:nvCxnSpPr>
          <p:spPr>
            <a:xfrm>
              <a:off x="1539432" y="4399484"/>
              <a:ext cx="925252" cy="850797"/>
            </a:xfrm>
            <a:prstGeom prst="bentConnector3">
              <a:avLst>
                <a:gd name="adj1" fmla="val 66670"/>
              </a:avLst>
            </a:prstGeom>
            <a:ln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099C9D2-0021-31D9-7D1D-C86DCFCA5EE2}"/>
                </a:ext>
              </a:extLst>
            </p:cNvPr>
            <p:cNvCxnSpPr>
              <a:cxnSpLocks/>
            </p:cNvCxnSpPr>
            <p:nvPr/>
          </p:nvCxnSpPr>
          <p:spPr>
            <a:xfrm>
              <a:off x="1539432" y="4399484"/>
              <a:ext cx="9252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04922B8-8CC3-A843-0B02-5B62F7B57CA6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H="1">
              <a:off x="2039264" y="6280699"/>
              <a:ext cx="5025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1E49820C-E812-501F-4B00-250F0845444C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rot="10800000" flipV="1">
              <a:off x="2039265" y="5429901"/>
              <a:ext cx="502539" cy="850798"/>
            </a:xfrm>
            <a:prstGeom prst="bentConnector3">
              <a:avLst>
                <a:gd name="adj1" fmla="val 50000"/>
              </a:avLst>
            </a:prstGeom>
            <a:ln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30B9A089-3E73-5697-2338-385B40CB979D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rot="10800000" flipV="1">
              <a:off x="2039265" y="4579103"/>
              <a:ext cx="502539" cy="1701595"/>
            </a:xfrm>
            <a:prstGeom prst="bentConnector3">
              <a:avLst>
                <a:gd name="adj1" fmla="val 50000"/>
              </a:avLst>
            </a:prstGeom>
            <a:ln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0E10E36-3C75-BD22-8B76-8DC00E312F5E}"/>
                </a:ext>
              </a:extLst>
            </p:cNvPr>
            <p:cNvSpPr/>
            <p:nvPr/>
          </p:nvSpPr>
          <p:spPr>
            <a:xfrm>
              <a:off x="2464684" y="4180790"/>
              <a:ext cx="1192916" cy="5762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Training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37A092-6DAD-8403-BE81-9C3F127986B6}"/>
                </a:ext>
              </a:extLst>
            </p:cNvPr>
            <p:cNvSpPr/>
            <p:nvPr/>
          </p:nvSpPr>
          <p:spPr>
            <a:xfrm>
              <a:off x="2464684" y="5031587"/>
              <a:ext cx="1192916" cy="5762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Validation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40F1427-DA57-3C9B-329F-49E3BD7F2BE1}"/>
                </a:ext>
              </a:extLst>
            </p:cNvPr>
            <p:cNvSpPr/>
            <p:nvPr/>
          </p:nvSpPr>
          <p:spPr>
            <a:xfrm>
              <a:off x="2464684" y="5882385"/>
              <a:ext cx="1192916" cy="5762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Testing</a:t>
              </a:r>
            </a:p>
          </p:txBody>
        </p:sp>
        <p:sp>
          <p:nvSpPr>
            <p:cNvPr id="42" name="Cylinder 41">
              <a:extLst>
                <a:ext uri="{FF2B5EF4-FFF2-40B4-BE49-F238E27FC236}">
                  <a16:creationId xmlns:a16="http://schemas.microsoft.com/office/drawing/2014/main" id="{05E9F02F-ED0B-2BF3-E518-934A85AFAF3B}"/>
                </a:ext>
              </a:extLst>
            </p:cNvPr>
            <p:cNvSpPr/>
            <p:nvPr/>
          </p:nvSpPr>
          <p:spPr>
            <a:xfrm>
              <a:off x="939307" y="4111339"/>
              <a:ext cx="1006998" cy="576288"/>
            </a:xfrm>
            <a:prstGeom prst="ca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2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4845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24</Words>
  <Application>Microsoft Office PowerPoint</Application>
  <PresentationFormat>Custom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NAKAGAMA, Yutaro</dc:creator>
  <cp:lastModifiedBy>NAKAGAMA, Yutaro</cp:lastModifiedBy>
  <cp:revision>5</cp:revision>
  <cp:lastPrinted>2025-04-11T04:13:18Z</cp:lastPrinted>
  <dcterms:created xsi:type="dcterms:W3CDTF">2025-04-11T03:50:52Z</dcterms:created>
  <dcterms:modified xsi:type="dcterms:W3CDTF">2025-04-11T04:13:48Z</dcterms:modified>
</cp:coreProperties>
</file>